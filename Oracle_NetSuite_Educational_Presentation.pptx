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Oracle NetSuite - Educational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Why Businesses Use Oracle NetSuite and Its Real-World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Oracle NetSuite Compared to Other Cloud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Cloud-Native System: Built fully in the cloud since 1998, unlike competitors that migrated from on-premise.</a:t>
            </a:r>
          </a:p>
          <a:p>
            <a:r>
              <a:t>2. All-in-One Platform: Combines ERP, CRM, E-commerce, HR, and Project Management in one system.</a:t>
            </a:r>
          </a:p>
          <a:p>
            <a:r>
              <a:t>3. Real-Time Data Access: Provides instant insights and dashboards for decision-making.</a:t>
            </a:r>
          </a:p>
          <a:p>
            <a:r>
              <a:t>4. Global Capabilities: Multi-currency, multi-language, and tax compliance across countries.</a:t>
            </a:r>
          </a:p>
          <a:p>
            <a:r>
              <a:t>5. Scalability: Suitable for startups to large enterprises; easily grows with business needs.</a:t>
            </a:r>
          </a:p>
          <a:p>
            <a:r>
              <a:t>6. Automation &amp; Customization: SuiteScript, SuiteFlow, and SuiteBuilder allow deep customization.</a:t>
            </a:r>
          </a:p>
          <a:p>
            <a:r>
              <a:t>7. Oracle Support: Backed by Oracle’s global infrastructure and advanced security.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NetSuite vs Other Cloud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Salesforce: Focuses mainly on CRM, not full ERP.</a:t>
            </a:r>
          </a:p>
          <a:p>
            <a:r>
              <a:t>• Microsoft Dynamics 365: Good integration with Office, but limited cloud flexibility.</a:t>
            </a:r>
          </a:p>
          <a:p>
            <a:r>
              <a:t>• SAP Business ByDesign: Powerful, but more complex and expensive.</a:t>
            </a:r>
          </a:p>
          <a:p>
            <a:r>
              <a:t>• Workday: Strong HR system, weaker on accounting and inventory.</a:t>
            </a:r>
          </a:p>
          <a:p/>
          <a:p>
            <a:r>
              <a:t>➡ NetSuite stands out as a complete, scalable, and easy-to-use solution for all business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Exact Usage of Oracle NetSuite in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Finance &amp; Accounting: Automates billing, invoicing, and reporting.</a:t>
            </a:r>
          </a:p>
          <a:p>
            <a:r>
              <a:t>2. Order Management: Manages orders, fulfillment, and invoicing.</a:t>
            </a:r>
          </a:p>
          <a:p>
            <a:r>
              <a:t>3. Inventory Control: Tracks stock, suppliers, and warehouse operations.</a:t>
            </a:r>
          </a:p>
          <a:p>
            <a:r>
              <a:t>4. CRM: Manages customers, sales, and marketing campaigns.</a:t>
            </a:r>
          </a:p>
          <a:p>
            <a:r>
              <a:t>5. Project Management: Tracks time, cost, and resource allocation.</a:t>
            </a:r>
          </a:p>
          <a:p>
            <a:r>
              <a:t>6. Global Management: Handles multiple subsidiaries, currencies, and taxes.</a:t>
            </a:r>
          </a:p>
          <a:p>
            <a:r>
              <a:t>7. Dashboards &amp; Analytics: Provides real-time KPIs for management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Benefits for Businesses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Unified Business Management</a:t>
            </a:r>
          </a:p>
          <a:p>
            <a:r>
              <a:t>• Reduced IT Costs and Maintenance</a:t>
            </a:r>
          </a:p>
          <a:p>
            <a:r>
              <a:t>• Faster Decision-Making with Real-Time Data</a:t>
            </a:r>
          </a:p>
          <a:p>
            <a:r>
              <a:t>• Automation of Manual Tasks</a:t>
            </a:r>
          </a:p>
          <a:p>
            <a:r>
              <a:t>• Increased Productivity and Efficiency</a:t>
            </a:r>
          </a:p>
          <a:p>
            <a:r>
              <a:t>• Secure, Scalable, and Cloud-Ready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Oracle NetSuite is a powerful cloud-based ERP system that helps organizations manage all operations — finance, sales, inventory, and customer relationships — from one platform.</a:t>
            </a:r>
          </a:p>
          <a:p/>
          <a:p>
            <a:r>
              <a:t>It is chosen by businesses because of its flexibility, scalability, and ability to deliver real-time insights for smarter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