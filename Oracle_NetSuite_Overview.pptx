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Oracle NetSuite?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NetSuite is a cloud-based ERP (Enterprise Resource Planning) system.</a:t>
            </a:r>
          </a:p>
          <a:p>
            <a:r>
              <a:t>It helps manage Finance, Accounting, CRM, Inventory, HR, and E-commerce in one place.</a:t>
            </a:r>
          </a:p>
          <a:p>
            <a:r>
              <a:t>Used by over 37,000 organizations worldwide.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Beginning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Founded: 1998 by Evan Goldberg</a:t>
            </a:r>
          </a:p>
          <a:p>
            <a:r>
              <a:t>Initially called NetLedger.</a:t>
            </a:r>
          </a:p>
          <a:p>
            <a:r>
              <a:t>First-ever cloud-based accounting system.</a:t>
            </a:r>
          </a:p>
          <a:p>
            <a:r>
              <a:t>Vision: Manage business operations entirely through the Internet (Net).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the Name 'NetSuite'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expanded beyond accounting to include ERP, CRM, E-commerce, and HR solutions.</a:t>
            </a:r>
          </a:p>
          <a:p>
            <a:r>
              <a:t>Renamed to NetSuite:</a:t>
            </a:r>
          </a:p>
          <a:p>
            <a:r>
              <a:t>  • 'Net' = Internet (Cloud technology)</a:t>
            </a:r>
          </a:p>
          <a:p>
            <a:r>
              <a:t>  • 'Suite' = Complete set of business tools</a:t>
            </a:r>
          </a:p>
          <a:p>
            <a:r>
              <a:t>Hence, NetSuite = A suite of Internet-based business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Oracle’s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Larry Ellison, founder of Oracle, was an early investor in NetSuite.</a:t>
            </a:r>
          </a:p>
          <a:p>
            <a:r>
              <a:t>In 2016, Oracle acquired NetSuite for $9.3 billion USD.</a:t>
            </a:r>
          </a:p>
          <a:p>
            <a:r>
              <a:t>After acquisition, renamed Oracle NetSuite.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the Full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= Parent company (Acquired NetSuite in 2016)</a:t>
            </a:r>
          </a:p>
          <a:p>
            <a:r>
              <a:t>Net = Internet (Cloud-based platform)</a:t>
            </a:r>
          </a:p>
          <a:p>
            <a:r>
              <a:t>Suite = Collection (Integrated business applications)</a:t>
            </a:r>
          </a:p>
          <a:p>
            <a:r>
              <a:t>Final Meaning: Oracle NetSuite = Oracle’s complete suite of cloud-based business management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Businesses Use Oracle NetSuite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Cloud-based – accessible anywhere.</a:t>
            </a:r>
          </a:p>
          <a:p>
            <a:r>
              <a:t>Real-time data &amp; reporting.</a:t>
            </a:r>
          </a:p>
          <a:p>
            <a:r>
              <a:t>Highly customizable (SuiteScript, SuiteFlow, SuiteBuilder).</a:t>
            </a:r>
          </a:p>
          <a:p>
            <a:r>
              <a:t>Scalable from startups to enterprises.</a:t>
            </a:r>
          </a:p>
          <a:p>
            <a:r>
              <a:t>Global management with OneWorld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as NetLedger (1998) → became NetSuite → acquired by Oracle (2016).</a:t>
            </a:r>
          </a:p>
          <a:p>
            <a:r>
              <a:t>Represents a unified cloud ERP system.</a:t>
            </a:r>
          </a:p>
          <a:p>
            <a:r>
              <a:t>Helps businesses run smarter, faster, and globally.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