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Understanding Cloud Computing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 is Cloud, Why it’s Named Cloud, and Why We Use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Cloud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computing is the delivery of computing services—including servers, storage, databases, networking, software, and analytics—over the internet ('the cloud') instead of maintaining physical hardware or data centers.</a:t>
            </a:r>
          </a:p>
          <a:p/>
          <a:p>
            <a:r>
              <a:t>In simple terms:</a:t>
            </a:r>
          </a:p>
          <a:p>
            <a:r>
              <a:t>• Cloud = using powerful computers and storage over the internet.</a:t>
            </a:r>
          </a:p>
          <a:p>
            <a:r>
              <a:t>• Users access data and applications through the web rather than locally installed software.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It’s Called 'Cloud'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term 'cloud' originated from the cloud-shaped symbol used in early network diagrams to represent the internet.</a:t>
            </a:r>
          </a:p>
          <a:p/>
          <a:p>
            <a:r>
              <a:t>When data or applications were accessed through the internet, engineers depicted the network as a cloud—hiding the complexity of the underlying systems.</a:t>
            </a:r>
          </a:p>
          <a:p/>
          <a:p>
            <a:r>
              <a:t>Hence, when computing resources became internet-based, people began saying they run 'in the cloud'.</a:t>
            </a:r>
          </a:p>
          <a:p/>
          <a:p>
            <a:r>
              <a:t>In short:</a:t>
            </a:r>
          </a:p>
          <a:p>
            <a:r>
              <a:t>• The cloud = the internet.</a:t>
            </a:r>
          </a:p>
          <a:p>
            <a:r>
              <a:t>• Cloud computing = using computing resources via the internet.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Cloud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Infrastructure as a Service (IaaS)</a:t>
            </a:r>
          </a:p>
          <a:p>
            <a:r>
              <a:t>   • Provides virtual servers, storage, and networking.</a:t>
            </a:r>
          </a:p>
          <a:p>
            <a:r>
              <a:t>   • Examples: Oracle Cloud Infrastructure (OCI), AWS EC2.</a:t>
            </a:r>
          </a:p>
          <a:p/>
          <a:p>
            <a:r>
              <a:t>2. Platform as a Service (PaaS)</a:t>
            </a:r>
          </a:p>
          <a:p>
            <a:r>
              <a:t>   • Provides platforms and tools for developers to build and deploy apps.</a:t>
            </a:r>
          </a:p>
          <a:p>
            <a:r>
              <a:t>   • Examples: Oracle PaaS, Google App Engine.</a:t>
            </a:r>
          </a:p>
          <a:p/>
          <a:p>
            <a:r>
              <a:t>3. Software as a Service (SaaS)</a:t>
            </a:r>
          </a:p>
          <a:p>
            <a:r>
              <a:t>   • Provides complete software applications accessible via a browser.</a:t>
            </a:r>
          </a:p>
          <a:p>
            <a:r>
              <a:t>   • Examples: Oracle NetSuite, Salesforce, Google Workspace.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Use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Cost Savings – No need to buy or maintain hardware.</a:t>
            </a:r>
          </a:p>
          <a:p>
            <a:r>
              <a:t>2. Scalability – Easily scale resources up or down.</a:t>
            </a:r>
          </a:p>
          <a:p>
            <a:r>
              <a:t>3. Accessibility – Access systems anywhere via the internet.</a:t>
            </a:r>
          </a:p>
          <a:p>
            <a:r>
              <a:t>4. Security – Data encryption, backups, and advanced protection.</a:t>
            </a:r>
          </a:p>
          <a:p>
            <a:r>
              <a:t>5. Automatic Updates – Always up to date with new features.</a:t>
            </a:r>
          </a:p>
          <a:p>
            <a:r>
              <a:t>6. Collaboration – Multiple users can work simultaneously.</a:t>
            </a:r>
          </a:p>
          <a:p>
            <a:r>
              <a:t>7. Disaster Recovery – Quick data restoration and backup.</a:t>
            </a:r>
          </a:p>
          <a:p>
            <a:r>
              <a:t>8. Innovation – Easy integration with AI, analytics, and automation.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Cloud computing delivers computing resources over the internet.</a:t>
            </a:r>
          </a:p>
          <a:p>
            <a:r>
              <a:t>• The term 'cloud' was derived from the cloud symbol representing the internet in old network diagrams.</a:t>
            </a:r>
          </a:p>
          <a:p>
            <a:r>
              <a:t>• Businesses use the cloud for flexibility, cost savings, global accessibility, and innovation.</a:t>
            </a:r>
          </a:p>
          <a:p>
            <a:r>
              <a:t>• Example: Oracle NetSuite runs completely in the cloud, offering ERP access anywhere, anytime.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