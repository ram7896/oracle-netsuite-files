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What is SQL in DBMS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Educational Presentation on Structured Query Language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SQL?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SQL (Structured Query Language) is a standard language used to manage and interact with relational databases.</a:t>
            </a:r>
          </a:p>
          <a:p/>
          <a:p>
            <a:r>
              <a:t>It allows users to:</a:t>
            </a:r>
          </a:p>
          <a:p>
            <a:r>
              <a:t>• Create and manage databases</a:t>
            </a:r>
          </a:p>
          <a:p>
            <a:r>
              <a:t>• Insert, update, and delete data</a:t>
            </a:r>
          </a:p>
          <a:p>
            <a:r>
              <a:t>• Retrieve data efficiently using queries</a:t>
            </a:r>
          </a:p>
          <a:p>
            <a:r>
              <a:t>• Control access and security of data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SQL is Important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SQL is essential in DBMS because it provides a structured way to work with data.</a:t>
            </a:r>
          </a:p>
          <a:p/>
          <a:p>
            <a:r>
              <a:t>• Easy to learn and use</a:t>
            </a:r>
          </a:p>
          <a:p>
            <a:r>
              <a:t>• Works with all major relational databases (Oracle, MySQL, SQL Server, PostgreSQL)</a:t>
            </a:r>
          </a:p>
          <a:p>
            <a:r>
              <a:t>• Helps maintain data integrity and accuracy</a:t>
            </a:r>
          </a:p>
          <a:p>
            <a:r>
              <a:t>• Enables powerful data analysis and reporting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It’s Called SQL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SQL stands for Structured Query Language:</a:t>
            </a:r>
          </a:p>
          <a:p/>
          <a:p>
            <a:r>
              <a:t>• Structured → Data is organized in tables (rows and columns)</a:t>
            </a:r>
          </a:p>
          <a:p>
            <a:r>
              <a:t>• Query → A request to access or retrieve data</a:t>
            </a:r>
          </a:p>
          <a:p>
            <a:r>
              <a:t>• Language → Used to communicate with databases</a:t>
            </a:r>
          </a:p>
          <a:p/>
          <a:p>
            <a:r>
              <a:t>Originally called SEQUEL (Structured English Query Language), later shortened to SQL.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SQL Commands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SQL commands are grouped into five main categories:</a:t>
            </a:r>
          </a:p>
          <a:p/>
          <a:p>
            <a:r>
              <a:t>1. DDL (Data Definition Language) → CREATE, ALTER, DROP</a:t>
            </a:r>
          </a:p>
          <a:p>
            <a:r>
              <a:t>2. DML (Data Manipulation Language) → INSERT, UPDATE, DELETE</a:t>
            </a:r>
          </a:p>
          <a:p>
            <a:r>
              <a:t>3. DQL (Data Query Language) → SELECT</a:t>
            </a:r>
          </a:p>
          <a:p>
            <a:r>
              <a:t>4. DCL (Data Control Language) → GRANT, REVOKE</a:t>
            </a:r>
          </a:p>
          <a:p>
            <a:r>
              <a:t>5. TCL (Transaction Control Language) → COMMIT, ROLLBACK, SAVEPOINT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Basic SQL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CREATE TABLE Employees (</a:t>
            </a:r>
          </a:p>
          <a:p>
            <a:r>
              <a:t>  EmpID INT PRIMARY KEY,</a:t>
            </a:r>
          </a:p>
          <a:p>
            <a:r>
              <a:t>  EmpName VARCHAR(50),</a:t>
            </a:r>
          </a:p>
          <a:p>
            <a:r>
              <a:t>  Department VARCHAR(30),</a:t>
            </a:r>
          </a:p>
          <a:p>
            <a:r>
              <a:t>  Salary DECIMAL(10,2)</a:t>
            </a:r>
          </a:p>
          <a:p>
            <a:r>
              <a:t>);</a:t>
            </a:r>
          </a:p>
          <a:p/>
          <a:p>
            <a:r>
              <a:t>INSERT INTO Employees VALUES (1, 'John Doe', 'HR', 50000);</a:t>
            </a:r>
          </a:p>
          <a:p>
            <a:r>
              <a:t>SELECT * FROM Employees WHERE Department = 'HR';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Frequently Asked Questions About SQL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What is SQL and why is it used?</a:t>
            </a:r>
          </a:p>
          <a:p>
            <a:r>
              <a:t>2. What are the different types of SQL statements?</a:t>
            </a:r>
          </a:p>
          <a:p>
            <a:r>
              <a:t>3. What is the difference between DDL and DML?</a:t>
            </a:r>
          </a:p>
          <a:p>
            <a:r>
              <a:t>4. What is a primary key and foreign key?</a:t>
            </a:r>
          </a:p>
          <a:p>
            <a:r>
              <a:t>5. What is normalization in SQL?</a:t>
            </a:r>
          </a:p>
          <a:p>
            <a:r>
              <a:t>6. What are joins and types of joins?</a:t>
            </a:r>
          </a:p>
          <a:p>
            <a:r>
              <a:t>7. What is the use of WHERE, GROUP BY, and HAVING clauses?</a:t>
            </a:r>
          </a:p>
          <a:p>
            <a:r>
              <a:t>8. What is the difference between DELETE and TRUNCATE?</a:t>
            </a:r>
          </a:p>
          <a:p>
            <a:r>
              <a:t>9. What are subqueries?</a:t>
            </a:r>
          </a:p>
          <a:p>
            <a:r>
              <a:t>10. What is a view in SQL?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SQL is a Structured Query Language used in DBMS to manage and query relational data.</a:t>
            </a:r>
          </a:p>
          <a:p>
            <a:r>
              <a:t>• It provides a systematic way to store, access, and manipulate data.</a:t>
            </a:r>
          </a:p>
          <a:p>
            <a:r>
              <a:t>• Learning SQL is essential for anyone working with databases or data analysis.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