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the Cloud and Why We Use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computing means using the internet to access servers, storage, databases, and software, instead of owning physical computers or data centers.</a:t>
            </a:r>
          </a:p>
          <a:p/>
          <a:p>
            <a:r>
              <a:t>In simple terms: Cloud = using someone else’s powerful computers over the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Cloud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IaaS (Infrastructure as a Service) – Virtual servers and storage (e.g., Oracle Cloud, AWS EC2)</a:t>
            </a:r>
          </a:p>
          <a:p>
            <a:r>
              <a:t>2. PaaS (Platform as a Service) – Developer tools to build and deploy apps (e.g., Oracle PaaS)</a:t>
            </a:r>
          </a:p>
          <a:p>
            <a:r>
              <a:t>3. SaaS (Software as a Service) – Complete applications via web (e.g., Oracle NetSuite, Salesforce)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Use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Cost Savings – No hardware purchase or maintenance costs.</a:t>
            </a:r>
          </a:p>
          <a:p>
            <a:r>
              <a:t>2. Scalability – Easily increase or decrease resources.</a:t>
            </a:r>
          </a:p>
          <a:p>
            <a:r>
              <a:t>3. Accessibility – Access from anywhere via internet.</a:t>
            </a:r>
          </a:p>
          <a:p>
            <a:r>
              <a:t>4. Security – Data encryption and automatic backups.</a:t>
            </a:r>
          </a:p>
          <a:p>
            <a:r>
              <a:t>5. Automatic Updates – Always on the latest version.</a:t>
            </a:r>
          </a:p>
          <a:p>
            <a:r>
              <a:t>6. Collaboration – Multiple users work simultaneously.</a:t>
            </a:r>
          </a:p>
          <a:p>
            <a:r>
              <a:t>7. Disaster Recovery – Quick data restoration.</a:t>
            </a:r>
          </a:p>
          <a:p>
            <a:r>
              <a:t>8. Innovation – Supports AI, analytics, and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It’s Called 'Cloud'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term 'cloud' comes from the cloud-shaped symbol used in early network diagrams to represent the internet.</a:t>
            </a:r>
          </a:p>
          <a:p/>
          <a:p>
            <a:r>
              <a:t>When computing moved to the internet, people began saying systems run 'in the cloud'.</a:t>
            </a:r>
          </a:p>
          <a:p/>
          <a:p>
            <a:r>
              <a:t>In short: The cloud = the internet, and cloud computing = computing done via the internet.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computing allows access to computing resources via the internet.</a:t>
            </a:r>
          </a:p>
          <a:p>
            <a:r>
              <a:t>• It is cost-effective, scalable, secure, and accessible globally.</a:t>
            </a:r>
          </a:p>
          <a:p>
            <a:r>
              <a:t>• The name 'cloud' originates from the symbol representing the internet in network diagrams.</a:t>
            </a:r>
          </a:p>
          <a:p>
            <a:r>
              <a:t>• Example: Oracle NetSuite operates entirely in the cloud for global ERP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